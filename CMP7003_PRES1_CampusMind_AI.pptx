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CampusMind AI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Academic Well-being &amp; Productivity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0" y="3200400"/>
            <a:ext cx="3044952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CMP 7003 – Emerging Mobile Applications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PRES 01 – Professional Presentation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2025–2026  |  Semester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 School of Technologies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 Metropolitan University / ICBT Campus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Definition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Academic Workload Crisis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University academics juggle teaching, research, administration, and committee responsibilities simultaneously.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Existing productivity tools are fragmented — separate apps for email, calendars, spreadsheets, and LMS platforms.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This fragmentation leads to high cognitive load, missed deadlines, and severe burnout risk.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According to HEPI (2023), over 60% of UK academics report high levels of work-related stress.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single tool exists that unifies academic scheduling, wellness monitoring, and AI-assisted productivity.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5486400" cy="5303520"/>
          </a:xfrm>
          <a:prstGeom prst="rect">
            <a:avLst>
              <a:gd name="adj" fmla="val 2586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CampusMind AI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 unified mobile dashboard built specifically for university faculty members.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Integrates academic scheduling, real-time burnout tracking, and AI-assisted task management into one app.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with React Native + Expo for cross-platform deployment (iOS, Android, Web).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Powered by Google Gemini AI for intelligent email drafting, schedule optimisation, and wellness advice.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937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Uses Firebase for real-time data synchronisation and secure authentication.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56692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Addresses all 5 module learning outcomes including UI design, SDK integration, and critical evaluation.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C:\Users\devin\.gemini\antigravity\brain\1e8ee6b1-440e-4359-869e-2a61f8393139\system_architecture_17880976099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14300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0.81  |  Expo SDK 54  |  TypeScript 5.9  |  Firebase 12  |  Gemini 3.6 Flash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Real-Time Synchronisation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C:\Users\devin\.gemini\antigravity\brain\1e8ee6b1-440e-4359-869e-2a61f8393139\data_flow_diagram_17880976187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14300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operations use Firestore onSnapshot() listeners for instant real-time updates across 13 collections — no polling, no manual refresh required.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Navigation with Expo Router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C:\Users\devin\.gemini\antigravity\brain\1e8ee6b1-440e-4359-869e-2a61f8393139\navigation_structure_17880977346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685800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097280"/>
            <a:ext cx="4572000" cy="5029200"/>
          </a:xfrm>
          <a:prstGeom prst="rect">
            <a:avLst>
              <a:gd name="adj" fmla="val 3000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Expo Router?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8952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File-based routing maps the directory structure directly to navigation — no separate route config files needed.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2606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 app/ directory IS the navigation tree. Adding a new screen is as simple as creating a new .tsx file.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3383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12 tab screens + 4 modal screens organised into a clean Stack → Tab hierarchy.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41605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Supports typed routes (TypeScript) for compile-time safety against broken navigation links.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49377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deep linking via the 'campusmindai' URL scheme defined in app.json.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57150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Authentication guard in _layout.tsx automatically redirects unauthenticated users to /login.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C:\Users\devin\.gemini\antigravity\brain\1e8ee6b1-440e-4359-869e-2a61f8393139\ai_features_overview_17880977548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114300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gemini-3.6-flash  |  Max Tokens: 1024  |  Temperature: 0.7  |  7 domain-specific system prompts  |  Graceful fallback to simulated responses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Demonstration – Key Screens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C:\Users\devin\.gemini\antigravity\brain\1e8ee6b1-440e-4359-869e-2a61f8393139\app_screens_showcase_17880976289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Academic Planner  ·  Burnout Tracker  ·  AI Email Assistant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 SDK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Key Mobile Platform Learning Outcomes (LO2)</a:t>
            </a:r>
            <a:endParaRPr lang="en-US" sz="1400" dirty="0"/>
          </a:p>
        </p:txBody>
      </p:sp>
      <p:pic>
        <p:nvPicPr>
          <p:cNvPr id="5" name="Image 0" descr="C:\Users\devin\.gemini\antigravity\brain\1e8ee6b1-440e-4359-869e-2a61f8393139\sdk_integration_17880977859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1143000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Principles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Learning Outcome 1: Appropriate User Interface Design Employing Best GUI Principles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90472"/>
            <a:ext cx="137160" cy="137160"/>
          </a:xfrm>
          <a:prstGeom prst="rect">
            <a:avLst>
              <a:gd name="adj" fmla="val 53333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Theme Engine (SettingsContext)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Light and Dark mode support. Theme preference is persisted in AsyncStorage and synced across all screens. Users can choose System Default, Light, or Dark.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37160" cy="137160"/>
          </a:xfrm>
          <a:prstGeom prst="rect">
            <a:avLst>
              <a:gd name="adj" fmla="val 53333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Psychology &amp; Semantics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are colour-coded by type (Blue = Lectures, Purple = Research, Green = Consultations, Yellow = Meetings). Burnout risk uses a traffic-light system: Green ≤30%, Orange 31–60%, Red &gt;60%.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137160" cy="137160"/>
          </a:xfrm>
          <a:prstGeom prst="rect">
            <a:avLst>
              <a:gd name="adj" fmla="val 53333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&amp; Modern 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GlassCard component with subtle translucent overlays (rgba backgrounds + blur). Cards have rounded corners (BorderRadius.lg), soft shadows, and consistent spacing via Spacing constants.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137160" cy="137160"/>
          </a:xfrm>
          <a:prstGeom prst="rect">
            <a:avLst>
              <a:gd name="adj" fmla="val 53333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metrics — Today's Schedule, Burnout Risk, Workload Score, Pending Emails, AI Insights — are accessible from a single scrollable dashboard. Quick Action grid provides one-tap access to all features.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513832"/>
            <a:ext cx="137160" cy="137160"/>
          </a:xfrm>
          <a:prstGeom prst="rect">
            <a:avLst>
              <a:gd name="adj" fmla="val 53333"/>
            </a:avLst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40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Responsiveness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uses a consistent scale (xs to 3xl). Dimensions.get('window') ensures responsive layouts. RefreshControl for pull-to-refresh. Smooth Reanimated animations maintain 60fps.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&amp; Firestore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C:\Users\devin\.gemini\antigravity\brain\1e8ee6b1-440e-4359-869e-2a61f8393139\security_firestore_rules_17880977446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14300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LO4: Critically evaluate solutions to technical problems, including performance, security, and scalability.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 – Performance, Security &amp; Scalability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C:\Users\devin\.gemini\antigravity\brain\1e8ee6b1-440e-4359-869e-2a61f8393139\performance_evaluation_17880977968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005840"/>
            <a:ext cx="4572000" cy="5486400"/>
          </a:xfrm>
          <a:prstGeom prst="rect">
            <a:avLst>
              <a:gd name="adj" fmla="val 3000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188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of Design Decisions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8952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Expo Router over React Navigation?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19659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 maps directory structure to navigation, making the codebase scalable and maintainable. No separate route configuration files needed.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89520" y="2880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Firebase Firestore?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3154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need instant updates across devices. Firestore's real-time NoSQL sync (onSnapshot) guarantees the dashboard is always current without polling.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Context over Redux?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4343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global Auth and Theme state. Context API keeps architecture lightweight and avoids Redux boilerplate while maintaining performance.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58952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Gemini AI?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55321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Gemini 3.6 Flash model provides fast, cost-efficient AI responses. Custom system prompts ensure domain-specific academic outputs.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Future Enhancements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11247120" cy="13716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CampusMind AI is a scalable, intelligent mobile application that directly addresses the academic workload and well-being crisis. It unifies 12+ features — including AI email drafting, burnout tracking, academic planning, research management, and compliance reporting — into a single, theme-aware, cross-platform mobile app. Built with React Native + Expo, Firebase, and Google Gemini AI, it demonstrates proficiency across all 5 module learning outcomes.</a:t>
            </a:r>
            <a:endParaRPr lang="en-US" sz="1200" dirty="0"/>
          </a:p>
        </p:txBody>
      </p:sp>
      <p:pic>
        <p:nvPicPr>
          <p:cNvPr id="7" name="Image 0" descr="C:\Users\devin\.gemini\antigravity\brain\1e8ee6b1-440e-4359-869e-2a61f8393139\future_enhancements_17880978072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60320"/>
            <a:ext cx="1143000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029200" y="2926080"/>
            <a:ext cx="2130552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CampusMind AI — Empowering Academic Well-being &amp; Productivity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CMP 7003 – Emerging Mobile Applications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 Metropolitan University / ICBT Campus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Cardiff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CampusMind AI - Empowering Academic Well-being &amp; Productivity</dc:title>
  <dc:subject>CMP 7003 - Emerging Mobile Applications</dc:subject>
  <dc:creator>CampusMind AI</dc:creator>
  <cp:lastModifiedBy>CampusMind AI</cp:lastModifiedBy>
  <cp:revision>1</cp:revision>
  <dcterms:created xsi:type="dcterms:W3CDTF">2026-08-30T13:53:04Z</dcterms:created>
  <dcterms:modified xsi:type="dcterms:W3CDTF">2026-08-30T13:53:04Z</dcterms:modified>
</cp:coreProperties>
</file>